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94" r:id="rId1"/>
    <p:sldMasterId id="2147484987" r:id="rId2"/>
    <p:sldMasterId id="2147484787" r:id="rId3"/>
    <p:sldMasterId id="2147485076" r:id="rId4"/>
  </p:sldMasterIdLst>
  <p:notesMasterIdLst>
    <p:notesMasterId r:id="rId11"/>
  </p:notesMasterIdLst>
  <p:handoutMasterIdLst>
    <p:handoutMasterId r:id="rId12"/>
  </p:handoutMasterIdLst>
  <p:sldIdLst>
    <p:sldId id="471" r:id="rId5"/>
    <p:sldId id="515" r:id="rId6"/>
    <p:sldId id="516" r:id="rId7"/>
    <p:sldId id="509" r:id="rId8"/>
    <p:sldId id="514" r:id="rId9"/>
    <p:sldId id="444" r:id="rId10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614A94-E2EA-BC93-B8FD-8039B2B2F898}" name="Michele Bazana de Souza" initials="MBdS" userId="Michele Bazana de Souz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A4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8940" autoAdjust="0"/>
  </p:normalViewPr>
  <p:slideViewPr>
    <p:cSldViewPr showGuides="1">
      <p:cViewPr varScale="1">
        <p:scale>
          <a:sx n="74" d="100"/>
          <a:sy n="74" d="100"/>
        </p:scale>
        <p:origin x="12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 showGuides="1"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4F860F37-CA72-464D-9116-B6BC16A9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70789427-4C6A-4A75-B31F-2E4759F472CD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2E86EE7D-ABE9-4FEF-943A-E8FC6FC1992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61BF9E74-DAA4-4DE3-BDB4-B1097CD628B2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226DE4D-D64C-41F9-9DCC-8954A26D74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4D9C91-4FDB-4F9B-846F-98C2EF0CB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98BF8467-D8F0-4E80-9D68-0D77DCFBCAC4}" type="datetimeFigureOut">
              <a:rPr lang="pt-BR"/>
              <a:pPr>
                <a:defRPr/>
              </a:pPr>
              <a:t>07/04/2022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5ECC52DC-F9A3-4774-9A6C-4BCBFFCC5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26FA4C5-FAD6-4245-AAAE-77FDD33E0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23617-D517-4A52-91C7-BCFDC3F8FA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99F0D-A39A-48E1-BA77-E94D22ED9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741D7E1-E712-4F31-8EE8-FB7881D963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37F24C-7147-490B-B2E0-A119D9077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E71195C-13CC-43FC-8561-60E69F79B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8924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5887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1010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2913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280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126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05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189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5148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3762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1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58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6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21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0921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309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240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89515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8"/>
            <a:ext cx="7056784" cy="504056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7916416" cy="518457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26114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808" cy="504800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49965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06926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337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68288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7056784" cy="504825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75891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6912768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00123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930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16247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81624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978297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2334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895264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8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C738FB59-4157-458C-8F68-8BBFE91DF4E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C6919357-FA36-46F9-B6A3-800E32DC74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58E61261-F8DE-4F81-B5AB-FAE871C42C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B2FE3769-3D70-43CB-8CC2-98F328BBC77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7" r:id="rId1"/>
    <p:sldLayoutId id="2147485058" r:id="rId2"/>
    <p:sldLayoutId id="2147485059" r:id="rId3"/>
    <p:sldLayoutId id="2147485060" r:id="rId4"/>
    <p:sldLayoutId id="2147485061" r:id="rId5"/>
    <p:sldLayoutId id="2147485062" r:id="rId6"/>
    <p:sldLayoutId id="2147485063" r:id="rId7"/>
    <p:sldLayoutId id="2147485064" r:id="rId8"/>
    <p:sldLayoutId id="2147485065" r:id="rId9"/>
    <p:sldLayoutId id="2147485070" r:id="rId10"/>
    <p:sldLayoutId id="21474850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9F99352D-7981-4853-8146-425016D90C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A6377868-E329-4BDD-9AD5-890AA2A4E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C4475-8D3F-49D1-9BCF-B3A2D10D7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B76EEF-8037-4CDD-AF28-295BED34BD21}" type="datetimeFigureOut">
              <a:rPr lang="pt-BR"/>
              <a:pPr>
                <a:defRPr/>
              </a:pPr>
              <a:t>07/04/2022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3A43D-CC0E-447E-B830-D404D21A7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9C497-8C9E-4315-81E4-AF8CDC2DC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22FB65-073B-4846-92D5-81E90D2C19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BC5B46-04CB-4344-A51E-75769CB3A9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3F4B71C4-FB06-4128-83C4-B545D45DA68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5B38B3D8-C6E2-488B-BB15-BC5620E0E70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1" r:id="rId1"/>
    <p:sldLayoutId id="2147485072" r:id="rId2"/>
    <p:sldLayoutId id="2147485073" r:id="rId3"/>
    <p:sldLayoutId id="2147485074" r:id="rId4"/>
    <p:sldLayoutId id="214748507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2546B3B6-845C-449C-860F-9FEA49F94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170740-16EF-4FCF-8500-0970327B1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100" t="15587" r="77600" b="77055"/>
          <a:stretch/>
        </p:blipFill>
        <p:spPr>
          <a:xfrm>
            <a:off x="98684" y="2789749"/>
            <a:ext cx="3565011" cy="6927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EBDE81-0E34-4AB5-9A21-80BD14AF475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80312" y="116632"/>
            <a:ext cx="1572394" cy="7934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9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21807878-B236-41FA-B2C2-33D4D8DDD1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02030B68-9EF9-491B-897D-28BCA02CE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Picture 2" descr="C:\Users\cl0817\Desktop\MioloBranco.jpg">
            <a:extLst>
              <a:ext uri="{FF2B5EF4-FFF2-40B4-BE49-F238E27FC236}">
                <a16:creationId xmlns:a16="http://schemas.microsoft.com/office/drawing/2014/main" id="{C96B475A-E4E9-4E39-B6EF-38D0C27A47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Imagem 1">
            <a:extLst>
              <a:ext uri="{FF2B5EF4-FFF2-40B4-BE49-F238E27FC236}">
                <a16:creationId xmlns:a16="http://schemas.microsoft.com/office/drawing/2014/main" id="{9CCB3F0B-F6BB-4F73-BCAD-3FCC8FA1255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21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Texto 1">
            <a:extLst>
              <a:ext uri="{FF2B5EF4-FFF2-40B4-BE49-F238E27FC236}">
                <a16:creationId xmlns:a16="http://schemas.microsoft.com/office/drawing/2014/main" id="{D1267B44-EE95-4C1E-A214-444624DB7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COMPUTATION THINKING FOR ENGINEERING</a:t>
            </a:r>
            <a:endParaRPr lang="en-US" altLang="pt-BR" dirty="0"/>
          </a:p>
          <a:p>
            <a:endParaRPr lang="pt-BR" altLang="pt-BR" dirty="0"/>
          </a:p>
        </p:txBody>
      </p:sp>
      <p:sp>
        <p:nvSpPr>
          <p:cNvPr id="14339" name="Espaço Reservado para Texto 4">
            <a:extLst>
              <a:ext uri="{FF2B5EF4-FFF2-40B4-BE49-F238E27FC236}">
                <a16:creationId xmlns:a16="http://schemas.microsoft.com/office/drawing/2014/main" id="{9F62D58F-4C56-47EE-A965-7EAD57F53EA9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Michele Bazana de Souza</a:t>
            </a:r>
            <a:r>
              <a:rPr lang="nb-NO" altLang="pt-BR" sz="1200" dirty="0">
                <a:solidFill>
                  <a:srgbClr val="D9D9D9"/>
                </a:solidFill>
              </a:rPr>
              <a:t> michele.souza@fiap.com.br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1. Altere o programa do exemplo anterior de formar a imprimir o menor elemento da lista.</a:t>
            </a:r>
          </a:p>
          <a:p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 = [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7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minimo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L[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 &lt;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minimo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minimo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e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minimo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85693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2.  A lista de temperaturas de Mons, na Bélgica, foi armazenada na lista T = [-10, -8, 0, 1, 2, 5, -2, -4]. Faça um programa que imprima a menor e a maior temperatura, assim como a temperatura média.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 = [-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-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8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-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-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maior = T[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menor = T[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soma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 &gt; maior: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maior = e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 &lt; menor: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menor = e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soma += e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f"Temperatura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maior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maior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ºC"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f"Temperatura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menor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menor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ºC"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f"Temperatura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média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soma/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(T)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4432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3. Faça um programa para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selecionar os elementos de uma lista e copiá-los para outras. C</a:t>
            </a:r>
            <a:r>
              <a:rPr lang="pt-BR" altLang="pt-BR" sz="2400" dirty="0"/>
              <a:t>opiar os valores pares para a lista P que estão na lista V = [9, 8, 7, 12, 0, 13, 21] e os ímpares para a lista I. 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 = [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9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8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7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12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13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21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 = []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 = []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 %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P.append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(e)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I.append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(e)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Pares:"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Ímpares:"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8622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4. Faça um programa que lê e imprime uma lista de compras até que seja digitado fim.</a:t>
            </a:r>
          </a:p>
          <a:p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compras = []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True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item 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item: 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item ==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"fim"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break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compras.append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(item)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compras: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(i)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0593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BE6E2D3-FF02-4E61-8B8C-74D3036F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2020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6587</TotalTime>
  <Words>483</Words>
  <Application>Microsoft Office PowerPoint</Application>
  <PresentationFormat>Apresentação na tela (4:3)</PresentationFormat>
  <Paragraphs>19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6</vt:i4>
      </vt:variant>
    </vt:vector>
  </HeadingPairs>
  <TitlesOfParts>
    <vt:vector size="15" baseType="lpstr">
      <vt:lpstr>Arial</vt:lpstr>
      <vt:lpstr>Calibri</vt:lpstr>
      <vt:lpstr>JetBrains Mono</vt:lpstr>
      <vt:lpstr>Square721 BT</vt:lpstr>
      <vt:lpstr>Times New Roman</vt:lpstr>
      <vt:lpstr>2_Tema do Office</vt:lpstr>
      <vt:lpstr>6_Personalizar design</vt:lpstr>
      <vt:lpstr>1_Tema do Office</vt:lpstr>
      <vt:lpstr>Tema do Office</vt:lpstr>
      <vt:lpstr>Apresentação do PowerPoint</vt:lpstr>
      <vt:lpstr>Exercícios</vt:lpstr>
      <vt:lpstr>Exercícios</vt:lpstr>
      <vt:lpstr>Exercícios</vt:lpstr>
      <vt:lpstr>Exercícios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Michele Bazana de Souza</cp:lastModifiedBy>
  <cp:revision>505</cp:revision>
  <cp:lastPrinted>2015-08-20T10:58:19Z</cp:lastPrinted>
  <dcterms:created xsi:type="dcterms:W3CDTF">2012-10-02T15:58:15Z</dcterms:created>
  <dcterms:modified xsi:type="dcterms:W3CDTF">2022-04-07T21:47:24Z</dcterms:modified>
</cp:coreProperties>
</file>