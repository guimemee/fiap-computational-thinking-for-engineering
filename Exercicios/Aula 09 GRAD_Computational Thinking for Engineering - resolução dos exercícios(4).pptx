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1"/>
  </p:notesMasterIdLst>
  <p:handoutMasterIdLst>
    <p:handoutMasterId r:id="rId12"/>
  </p:handoutMasterIdLst>
  <p:sldIdLst>
    <p:sldId id="471" r:id="rId5"/>
    <p:sldId id="514" r:id="rId6"/>
    <p:sldId id="516" r:id="rId7"/>
    <p:sldId id="515" r:id="rId8"/>
    <p:sldId id="517" r:id="rId9"/>
    <p:sldId id="444" r:id="rId10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6" autoAdjust="0"/>
    <p:restoredTop sz="95890" autoAdjust="0"/>
  </p:normalViewPr>
  <p:slideViewPr>
    <p:cSldViewPr showGuides="1">
      <p:cViewPr varScale="1">
        <p:scale>
          <a:sx n="114" d="100"/>
          <a:sy n="114" d="100"/>
        </p:scale>
        <p:origin x="1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02/08/2022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Altere o exemplo anterior de forma a solicitar ao usuário o produto e a quantidade vendida. Verifique se o nome do produto digitado existe no dicionário e só então efetue a baixa no estoque. </a:t>
            </a:r>
          </a:p>
        </p:txBody>
      </p:sp>
    </p:spTree>
    <p:extLst>
      <p:ext uri="{BB962C8B-B14F-4D97-AF65-F5344CB8AC3E}">
        <p14:creationId xmlns:p14="http://schemas.microsoft.com/office/powerpoint/2010/main" val="370593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C96E-13EA-4527-F01D-AAA13D79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9DBDD-EFFE-1FAB-160E-1EE16895B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100" dirty="0"/>
              <a:t>estoque = {"tomate": [1000, 2.30],</a:t>
            </a:r>
            <a:br>
              <a:rPr lang="pt-BR" sz="1100" dirty="0"/>
            </a:br>
            <a:r>
              <a:rPr lang="pt-BR" sz="1100" dirty="0"/>
              <a:t>           "alface": [500, 0.45],</a:t>
            </a:r>
            <a:br>
              <a:rPr lang="pt-BR" sz="1100" dirty="0"/>
            </a:br>
            <a:r>
              <a:rPr lang="pt-BR" sz="1100" dirty="0"/>
              <a:t>           "batata": [2001, 1.20],</a:t>
            </a:r>
            <a:br>
              <a:rPr lang="pt-BR" sz="1100" dirty="0"/>
            </a:br>
            <a:r>
              <a:rPr lang="pt-BR" sz="1100" dirty="0"/>
              <a:t>           "feijão": [100, 1.50]}</a:t>
            </a:r>
            <a:br>
              <a:rPr lang="pt-BR" sz="1100" dirty="0"/>
            </a:br>
            <a:br>
              <a:rPr lang="pt-BR" sz="1100" dirty="0"/>
            </a:br>
            <a:r>
              <a:rPr lang="pt-BR" sz="1100" dirty="0"/>
              <a:t>total = 0</a:t>
            </a:r>
            <a:br>
              <a:rPr lang="pt-BR" sz="1100" dirty="0"/>
            </a:br>
            <a:r>
              <a:rPr lang="pt-BR" sz="1100" dirty="0"/>
              <a:t>print("Vendas:\</a:t>
            </a:r>
            <a:r>
              <a:rPr lang="pt-BR" sz="1100" dirty="0" err="1"/>
              <a:t>n</a:t>
            </a:r>
            <a:r>
              <a:rPr lang="pt-BR" sz="1100" dirty="0"/>
              <a:t>")</a:t>
            </a:r>
            <a:br>
              <a:rPr lang="pt-BR" sz="1100" dirty="0"/>
            </a:br>
            <a:r>
              <a:rPr lang="pt-BR" sz="1100" b="1" dirty="0" err="1"/>
              <a:t>while</a:t>
            </a:r>
            <a:r>
              <a:rPr lang="pt-BR" sz="1100" b="1" dirty="0"/>
              <a:t> </a:t>
            </a:r>
            <a:r>
              <a:rPr lang="pt-BR" sz="1100" b="1" dirty="0" err="1"/>
              <a:t>True</a:t>
            </a:r>
            <a:r>
              <a:rPr lang="pt-BR" sz="1100" dirty="0"/>
              <a:t>:</a:t>
            </a:r>
            <a:br>
              <a:rPr lang="pt-BR" sz="1100" dirty="0"/>
            </a:br>
            <a:r>
              <a:rPr lang="pt-BR" sz="1100" dirty="0"/>
              <a:t>    produto = input("Nome do produto (digite fim para sair): ")</a:t>
            </a:r>
            <a:br>
              <a:rPr lang="pt-BR" sz="1100" dirty="0"/>
            </a:br>
            <a:r>
              <a:rPr lang="pt-BR" sz="1100" dirty="0"/>
              <a:t>    </a:t>
            </a:r>
            <a:r>
              <a:rPr lang="pt-BR" sz="1100" b="1" dirty="0" err="1"/>
              <a:t>if</a:t>
            </a:r>
            <a:r>
              <a:rPr lang="pt-BR" sz="1100" b="1" dirty="0"/>
              <a:t> </a:t>
            </a:r>
            <a:r>
              <a:rPr lang="pt-BR" sz="1100" dirty="0"/>
              <a:t>produto == "fim":</a:t>
            </a:r>
            <a:br>
              <a:rPr lang="pt-BR" sz="1100" dirty="0"/>
            </a:br>
            <a:r>
              <a:rPr lang="pt-BR" sz="1100" dirty="0"/>
              <a:t>        </a:t>
            </a:r>
            <a:r>
              <a:rPr lang="pt-BR" sz="1100" b="1" dirty="0"/>
              <a:t>break</a:t>
            </a:r>
            <a:br>
              <a:rPr lang="pt-BR" sz="1100" b="1" dirty="0"/>
            </a:br>
            <a:r>
              <a:rPr lang="pt-BR" sz="1100" b="1" dirty="0"/>
              <a:t>    </a:t>
            </a:r>
            <a:r>
              <a:rPr lang="pt-BR" sz="1100" b="1" dirty="0" err="1"/>
              <a:t>if</a:t>
            </a:r>
            <a:r>
              <a:rPr lang="pt-BR" sz="1100" b="1" dirty="0"/>
              <a:t> </a:t>
            </a:r>
            <a:r>
              <a:rPr lang="pt-BR" sz="1100" dirty="0"/>
              <a:t>produto </a:t>
            </a:r>
            <a:r>
              <a:rPr lang="pt-BR" sz="1100" b="1" dirty="0"/>
              <a:t>in </a:t>
            </a:r>
            <a:r>
              <a:rPr lang="pt-BR" sz="1100" dirty="0"/>
              <a:t>estoque:</a:t>
            </a:r>
            <a:br>
              <a:rPr lang="pt-BR" sz="1100" dirty="0"/>
            </a:br>
            <a:r>
              <a:rPr lang="pt-BR" sz="1100" dirty="0"/>
              <a:t>        quantidade = </a:t>
            </a:r>
            <a:r>
              <a:rPr lang="pt-BR" sz="1100" dirty="0" err="1"/>
              <a:t>int</a:t>
            </a:r>
            <a:r>
              <a:rPr lang="pt-BR" sz="1100" dirty="0"/>
              <a:t>(input("Quantidade: "))</a:t>
            </a:r>
            <a:br>
              <a:rPr lang="pt-BR" sz="1100" dirty="0"/>
            </a:br>
            <a:r>
              <a:rPr lang="pt-BR" sz="1100" dirty="0"/>
              <a:t>        </a:t>
            </a:r>
            <a:r>
              <a:rPr lang="pt-BR" sz="1100" b="1" dirty="0" err="1"/>
              <a:t>if</a:t>
            </a:r>
            <a:r>
              <a:rPr lang="pt-BR" sz="1100" b="1" dirty="0"/>
              <a:t> </a:t>
            </a:r>
            <a:r>
              <a:rPr lang="pt-BR" sz="1100" dirty="0"/>
              <a:t>quantidade &lt;= estoque[produto][0]:</a:t>
            </a:r>
            <a:br>
              <a:rPr lang="pt-BR" sz="1100" dirty="0"/>
            </a:br>
            <a:r>
              <a:rPr lang="pt-BR" sz="1100" dirty="0"/>
              <a:t>            </a:t>
            </a:r>
            <a:r>
              <a:rPr lang="pt-BR" sz="1100" dirty="0" err="1"/>
              <a:t>preco</a:t>
            </a:r>
            <a:r>
              <a:rPr lang="pt-BR" sz="1100" dirty="0"/>
              <a:t> = estoque[produto][1]</a:t>
            </a:r>
            <a:br>
              <a:rPr lang="pt-BR" sz="1100" dirty="0"/>
            </a:br>
            <a:r>
              <a:rPr lang="pt-BR" sz="1100" dirty="0"/>
              <a:t>            custo = </a:t>
            </a:r>
            <a:r>
              <a:rPr lang="pt-BR" sz="1100" dirty="0" err="1"/>
              <a:t>preco</a:t>
            </a:r>
            <a:r>
              <a:rPr lang="pt-BR" sz="1100" dirty="0"/>
              <a:t> * quantidade</a:t>
            </a:r>
            <a:br>
              <a:rPr lang="pt-BR" sz="1100" dirty="0"/>
            </a:br>
            <a:r>
              <a:rPr lang="pt-BR" sz="1100" dirty="0"/>
              <a:t>            print(</a:t>
            </a:r>
            <a:r>
              <a:rPr lang="pt-BR" sz="1100" dirty="0" err="1"/>
              <a:t>f</a:t>
            </a:r>
            <a:r>
              <a:rPr lang="pt-BR" sz="1100" dirty="0"/>
              <a:t>"{produto}: {quantidade} </a:t>
            </a:r>
            <a:r>
              <a:rPr lang="pt-BR" sz="1100" dirty="0" err="1"/>
              <a:t>x</a:t>
            </a:r>
            <a:r>
              <a:rPr lang="pt-BR" sz="1100" dirty="0"/>
              <a:t> {preco:.2f} = </a:t>
            </a:r>
            <a:r>
              <a:rPr lang="pt-BR" sz="1100" dirty="0" err="1"/>
              <a:t>R</a:t>
            </a:r>
            <a:r>
              <a:rPr lang="pt-BR" sz="1100" dirty="0"/>
              <a:t>${custo:.2f}")</a:t>
            </a:r>
            <a:br>
              <a:rPr lang="pt-BR" sz="1100" dirty="0"/>
            </a:br>
            <a:r>
              <a:rPr lang="pt-BR" sz="1100" dirty="0"/>
              <a:t>            estoque[produto][0] -= quantidade</a:t>
            </a:r>
            <a:br>
              <a:rPr lang="pt-BR" sz="1100" dirty="0"/>
            </a:br>
            <a:r>
              <a:rPr lang="pt-BR" sz="1100" dirty="0"/>
              <a:t>            total += custo</a:t>
            </a:r>
            <a:br>
              <a:rPr lang="pt-BR" sz="1100" dirty="0"/>
            </a:br>
            <a:r>
              <a:rPr lang="pt-BR" sz="1100" dirty="0"/>
              <a:t>        </a:t>
            </a:r>
            <a:r>
              <a:rPr lang="pt-BR" sz="1100" b="1" dirty="0" err="1"/>
              <a:t>else</a:t>
            </a:r>
            <a:r>
              <a:rPr lang="pt-BR" sz="1100" dirty="0"/>
              <a:t>:</a:t>
            </a:r>
            <a:br>
              <a:rPr lang="pt-BR" sz="1100" dirty="0"/>
            </a:br>
            <a:r>
              <a:rPr lang="pt-BR" sz="1100" dirty="0"/>
              <a:t>            print("Quantidade solicitada não disponível")</a:t>
            </a:r>
            <a:br>
              <a:rPr lang="pt-BR" sz="1100" dirty="0"/>
            </a:br>
            <a:r>
              <a:rPr lang="pt-BR" sz="1100" dirty="0"/>
              <a:t>    </a:t>
            </a:r>
            <a:r>
              <a:rPr lang="pt-BR" sz="1100" b="1" dirty="0" err="1"/>
              <a:t>else</a:t>
            </a:r>
            <a:r>
              <a:rPr lang="pt-BR" sz="1100" dirty="0"/>
              <a:t>:</a:t>
            </a:r>
            <a:br>
              <a:rPr lang="pt-BR" sz="1100" dirty="0"/>
            </a:br>
            <a:r>
              <a:rPr lang="pt-BR" sz="1100" dirty="0"/>
              <a:t>        print("Nome de produto inválido")</a:t>
            </a:r>
            <a:br>
              <a:rPr lang="pt-BR" sz="1100" dirty="0"/>
            </a:br>
            <a:r>
              <a:rPr lang="pt-BR" sz="1100" dirty="0"/>
              <a:t>    print()</a:t>
            </a:r>
            <a:br>
              <a:rPr lang="pt-BR" sz="1100" dirty="0"/>
            </a:br>
            <a:br>
              <a:rPr lang="pt-BR" sz="1100" dirty="0"/>
            </a:br>
            <a:r>
              <a:rPr lang="pt-BR" sz="1100" dirty="0"/>
              <a:t>print(</a:t>
            </a:r>
            <a:r>
              <a:rPr lang="pt-BR" sz="1100" dirty="0" err="1"/>
              <a:t>f</a:t>
            </a:r>
            <a:r>
              <a:rPr lang="pt-BR" sz="1100" dirty="0"/>
              <a:t>" Custo total: </a:t>
            </a:r>
            <a:r>
              <a:rPr lang="pt-BR" sz="1100" dirty="0" err="1"/>
              <a:t>R</a:t>
            </a:r>
            <a:r>
              <a:rPr lang="pt-BR" sz="1100" dirty="0"/>
              <a:t>${total:.2f}\</a:t>
            </a:r>
            <a:r>
              <a:rPr lang="pt-BR" sz="1100" dirty="0" err="1"/>
              <a:t>n</a:t>
            </a:r>
            <a:r>
              <a:rPr lang="pt-BR" sz="1100" dirty="0"/>
              <a:t>")</a:t>
            </a:r>
            <a:br>
              <a:rPr lang="pt-BR" sz="1100" dirty="0"/>
            </a:br>
            <a:br>
              <a:rPr lang="pt-BR" sz="1100" dirty="0"/>
            </a:br>
            <a:r>
              <a:rPr lang="pt-BR" sz="1100" dirty="0"/>
              <a:t>print("Estoque:\</a:t>
            </a:r>
            <a:r>
              <a:rPr lang="pt-BR" sz="1100" dirty="0" err="1"/>
              <a:t>n</a:t>
            </a:r>
            <a:r>
              <a:rPr lang="pt-BR" sz="1100" dirty="0"/>
              <a:t>")</a:t>
            </a:r>
            <a:br>
              <a:rPr lang="pt-BR" sz="1100" dirty="0"/>
            </a:br>
            <a:r>
              <a:rPr lang="pt-BR" sz="1100" b="1" dirty="0"/>
              <a:t>for </a:t>
            </a:r>
            <a:r>
              <a:rPr lang="pt-BR" sz="1100" dirty="0"/>
              <a:t>chave, dados </a:t>
            </a:r>
            <a:r>
              <a:rPr lang="pt-BR" sz="1100" b="1" dirty="0"/>
              <a:t>in </a:t>
            </a:r>
            <a:r>
              <a:rPr lang="pt-BR" sz="1100" dirty="0" err="1"/>
              <a:t>estoque.items</a:t>
            </a:r>
            <a:r>
              <a:rPr lang="pt-BR" sz="1100" dirty="0"/>
              <a:t>():</a:t>
            </a:r>
            <a:br>
              <a:rPr lang="pt-BR" sz="1100" dirty="0"/>
            </a:br>
            <a:r>
              <a:rPr lang="pt-BR" sz="1100" dirty="0"/>
              <a:t>    print("Descrição:", chave)</a:t>
            </a:r>
            <a:br>
              <a:rPr lang="pt-BR" sz="1100" dirty="0"/>
            </a:br>
            <a:r>
              <a:rPr lang="pt-BR" sz="1100" dirty="0"/>
              <a:t>    print("Quantidade:", dados[0])</a:t>
            </a:r>
            <a:br>
              <a:rPr lang="pt-BR" sz="1100" dirty="0"/>
            </a:br>
            <a:r>
              <a:rPr lang="pt-BR" sz="1100" dirty="0"/>
              <a:t>    print(</a:t>
            </a:r>
            <a:r>
              <a:rPr lang="pt-BR" sz="1100" dirty="0" err="1"/>
              <a:t>f"Preço</a:t>
            </a:r>
            <a:r>
              <a:rPr lang="pt-BR" sz="1100" dirty="0"/>
              <a:t>: </a:t>
            </a:r>
            <a:r>
              <a:rPr lang="pt-BR" sz="1100" dirty="0" err="1"/>
              <a:t>R</a:t>
            </a:r>
            <a:r>
              <a:rPr lang="pt-BR" sz="1100" dirty="0"/>
              <a:t>${dados[1]:.2f}\</a:t>
            </a:r>
            <a:r>
              <a:rPr lang="pt-BR" sz="1100" dirty="0" err="1"/>
              <a:t>n</a:t>
            </a:r>
            <a:r>
              <a:rPr lang="pt-BR" sz="11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14107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2. Escreva um programa que gere um dicionário, em que cada chave seja um caractere e seu valor seja um número desse caractere encontrado em uma frase lida. </a:t>
            </a:r>
          </a:p>
          <a:p>
            <a:r>
              <a:rPr lang="pt-BR" sz="2400" dirty="0"/>
              <a:t>Exemplo: O rato -&gt; {“O”:1, “r”:1, “a”:1, “t”:1, “o”:1}</a:t>
            </a:r>
          </a:p>
          <a:p>
            <a:endParaRPr lang="pt-BR" sz="2400" dirty="0"/>
          </a:p>
          <a:p>
            <a:r>
              <a:rPr lang="pt-BR" sz="1800" dirty="0"/>
              <a:t>frase = input("Digite uma frase para contar as letras: ")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 err="1"/>
              <a:t>d</a:t>
            </a:r>
            <a:r>
              <a:rPr lang="pt-BR" sz="1800" dirty="0"/>
              <a:t> = {}</a:t>
            </a:r>
            <a:br>
              <a:rPr lang="pt-BR" sz="1800" dirty="0"/>
            </a:br>
            <a:r>
              <a:rPr lang="pt-BR" sz="1800" b="1" dirty="0"/>
              <a:t>for </a:t>
            </a:r>
            <a:r>
              <a:rPr lang="pt-BR" sz="1800" dirty="0"/>
              <a:t>letra </a:t>
            </a:r>
            <a:r>
              <a:rPr lang="pt-BR" sz="1800" b="1" dirty="0"/>
              <a:t>in </a:t>
            </a:r>
            <a:r>
              <a:rPr lang="pt-BR" sz="1800" dirty="0"/>
              <a:t>frase:</a:t>
            </a:r>
            <a:br>
              <a:rPr lang="pt-BR" sz="1800" dirty="0"/>
            </a:br>
            <a:r>
              <a:rPr lang="pt-BR" sz="1800" dirty="0"/>
              <a:t>    </a:t>
            </a:r>
            <a:r>
              <a:rPr lang="pt-BR" sz="1800" b="1" dirty="0" err="1"/>
              <a:t>if</a:t>
            </a:r>
            <a:r>
              <a:rPr lang="pt-BR" sz="1800" b="1" dirty="0"/>
              <a:t> </a:t>
            </a:r>
            <a:r>
              <a:rPr lang="pt-BR" sz="1800" dirty="0"/>
              <a:t>letra </a:t>
            </a:r>
            <a:r>
              <a:rPr lang="pt-BR" sz="1800" b="1" dirty="0"/>
              <a:t>in </a:t>
            </a:r>
            <a:r>
              <a:rPr lang="pt-BR" sz="1800" dirty="0" err="1"/>
              <a:t>d</a:t>
            </a:r>
            <a:r>
              <a:rPr lang="pt-BR" sz="1800" dirty="0"/>
              <a:t>:</a:t>
            </a:r>
            <a:br>
              <a:rPr lang="pt-BR" sz="1800" dirty="0"/>
            </a:br>
            <a:r>
              <a:rPr lang="pt-BR" sz="1800" dirty="0"/>
              <a:t>        </a:t>
            </a:r>
            <a:r>
              <a:rPr lang="pt-BR" sz="1800" dirty="0" err="1"/>
              <a:t>d</a:t>
            </a:r>
            <a:r>
              <a:rPr lang="pt-BR" sz="1800" dirty="0"/>
              <a:t>[letra] = </a:t>
            </a:r>
            <a:r>
              <a:rPr lang="pt-BR" sz="1800" dirty="0" err="1"/>
              <a:t>d</a:t>
            </a:r>
            <a:r>
              <a:rPr lang="pt-BR" sz="1800" dirty="0"/>
              <a:t>[letra] + 1</a:t>
            </a:r>
            <a:br>
              <a:rPr lang="pt-BR" sz="1800" dirty="0"/>
            </a:br>
            <a:r>
              <a:rPr lang="pt-BR" sz="1800" dirty="0"/>
              <a:t>    </a:t>
            </a:r>
            <a:r>
              <a:rPr lang="pt-BR" sz="1800" b="1" dirty="0" err="1"/>
              <a:t>else</a:t>
            </a:r>
            <a:r>
              <a:rPr lang="pt-BR" sz="1800" dirty="0"/>
              <a:t>:</a:t>
            </a:r>
            <a:br>
              <a:rPr lang="pt-BR" sz="1800" dirty="0"/>
            </a:br>
            <a:r>
              <a:rPr lang="pt-BR" sz="1800" dirty="0"/>
              <a:t>        </a:t>
            </a:r>
            <a:r>
              <a:rPr lang="pt-BR" sz="1800" dirty="0" err="1"/>
              <a:t>d</a:t>
            </a:r>
            <a:r>
              <a:rPr lang="pt-BR" sz="1800" dirty="0"/>
              <a:t>[letra] = 1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print(</a:t>
            </a:r>
            <a:r>
              <a:rPr lang="pt-BR" sz="1800" dirty="0" err="1"/>
              <a:t>d</a:t>
            </a:r>
            <a:r>
              <a:rPr lang="pt-B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774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B7226-95AE-6630-CA72-377E4473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D344DF-9A71-1913-1BCA-844E1844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3. Considere um dicionário com 5 nomes de alunos e suas notas. Escreva um programa que calcule a média dessas notas.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800" dirty="0"/>
              <a:t>notas = {"Michele": 9.0, "Felipe": 10.0, "Marcus": 5.0}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total = 0</a:t>
            </a:r>
            <a:br>
              <a:rPr lang="pt-BR" sz="1800" dirty="0"/>
            </a:br>
            <a:r>
              <a:rPr lang="pt-BR" sz="1800" b="1" dirty="0"/>
              <a:t>for </a:t>
            </a:r>
            <a:r>
              <a:rPr lang="pt-BR" sz="1800" dirty="0"/>
              <a:t>nota </a:t>
            </a:r>
            <a:r>
              <a:rPr lang="pt-BR" sz="1800" b="1" dirty="0"/>
              <a:t>in </a:t>
            </a:r>
            <a:r>
              <a:rPr lang="pt-BR" sz="1800" dirty="0" err="1"/>
              <a:t>notas.values</a:t>
            </a:r>
            <a:r>
              <a:rPr lang="pt-BR" sz="1800" dirty="0"/>
              <a:t>():</a:t>
            </a:r>
            <a:br>
              <a:rPr lang="pt-BR" sz="1800" dirty="0"/>
            </a:br>
            <a:r>
              <a:rPr lang="pt-BR" sz="1800" dirty="0"/>
              <a:t>    total += nota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media = total/</a:t>
            </a:r>
            <a:r>
              <a:rPr lang="pt-BR" sz="1800" dirty="0" err="1"/>
              <a:t>len</a:t>
            </a:r>
            <a:r>
              <a:rPr lang="pt-BR" sz="1800" dirty="0"/>
              <a:t>(notas)</a:t>
            </a:r>
            <a:br>
              <a:rPr lang="pt-BR" sz="1800" dirty="0"/>
            </a:br>
            <a:r>
              <a:rPr lang="pt-BR" sz="1800" dirty="0"/>
              <a:t>print(</a:t>
            </a:r>
            <a:r>
              <a:rPr lang="pt-BR" sz="1800" dirty="0" err="1"/>
              <a:t>f"Total</a:t>
            </a:r>
            <a:r>
              <a:rPr lang="pt-BR" sz="1800" dirty="0"/>
              <a:t> media: {media}")</a:t>
            </a:r>
          </a:p>
        </p:txBody>
      </p:sp>
    </p:spTree>
    <p:extLst>
      <p:ext uri="{BB962C8B-B14F-4D97-AF65-F5344CB8AC3E}">
        <p14:creationId xmlns:p14="http://schemas.microsoft.com/office/powerpoint/2010/main" val="4307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7006</TotalTime>
  <Words>565</Words>
  <Application>Microsoft Macintosh PowerPoint</Application>
  <PresentationFormat>Apresentação na tela (4:3)</PresentationFormat>
  <Paragraphs>20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Arial</vt:lpstr>
      <vt:lpstr>Calibri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Exercícios</vt:lpstr>
      <vt:lpstr>Exercícios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 de Souza</cp:lastModifiedBy>
  <cp:revision>544</cp:revision>
  <cp:lastPrinted>2015-08-20T10:58:19Z</cp:lastPrinted>
  <dcterms:created xsi:type="dcterms:W3CDTF">2012-10-02T15:58:15Z</dcterms:created>
  <dcterms:modified xsi:type="dcterms:W3CDTF">2022-08-03T01:59:50Z</dcterms:modified>
</cp:coreProperties>
</file>