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  <p:sldMasterId id="2147485076" r:id="rId4"/>
  </p:sldMasterIdLst>
  <p:notesMasterIdLst>
    <p:notesMasterId r:id="rId17"/>
  </p:notesMasterIdLst>
  <p:handoutMasterIdLst>
    <p:handoutMasterId r:id="rId18"/>
  </p:handoutMasterIdLst>
  <p:sldIdLst>
    <p:sldId id="471" r:id="rId5"/>
    <p:sldId id="509" r:id="rId6"/>
    <p:sldId id="518" r:id="rId7"/>
    <p:sldId id="519" r:id="rId8"/>
    <p:sldId id="510" r:id="rId9"/>
    <p:sldId id="513" r:id="rId10"/>
    <p:sldId id="520" r:id="rId11"/>
    <p:sldId id="514" r:id="rId12"/>
    <p:sldId id="521" r:id="rId13"/>
    <p:sldId id="517" r:id="rId14"/>
    <p:sldId id="522" r:id="rId15"/>
    <p:sldId id="444" r:id="rId16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8940" autoAdjust="0"/>
  </p:normalViewPr>
  <p:slideViewPr>
    <p:cSldViewPr showGuides="1">
      <p:cViewPr varScale="1">
        <p:scale>
          <a:sx n="74" d="100"/>
          <a:sy n="74" d="100"/>
        </p:scale>
        <p:origin x="12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06/04/2022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261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4996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6926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68288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5891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0123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93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2334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89526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06/04/2022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21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THINKING FOR ENGINEERING</a:t>
            </a:r>
            <a:endParaRPr lang="en-US" altLang="pt-BR" dirty="0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- </a:t>
            </a:r>
            <a:r>
              <a:rPr lang="pt-BR" dirty="0" err="1"/>
              <a:t>if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Escreva um programa que pergunte a velocidade do carro de um usuário. Caso ultrapasse 80km/h, exiba uma mensagem dizendo que o usuário foi multado. Nesse caso, exiba o valor da multa, cobrando R$5 por km acima de 80km/h.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velocidade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a velocidade do carro em km/h: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velocidade &gt;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80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"Você foi multado!"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multa = (velocidade -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80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da multa é de R$  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%multa+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22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- </a:t>
            </a:r>
            <a:r>
              <a:rPr lang="pt-BR" dirty="0" err="1"/>
              <a:t>if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2. Escreva um programa que leia três números e que imprima o maior e o menor.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n1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1º número: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n2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1º número: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n3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1º número: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maior = n1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n2 &gt; n1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n2 &gt; n3: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maior = n2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n3 &gt; n1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n3 &gt; n2: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maior = n3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menor = n1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n2 &lt; n1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n2 &lt; n3: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menor = n2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n3 &lt; n2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n3 &lt; n1: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menor = n3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maior valor é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maior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menor valor é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menor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3. Escreva um programa que pergunte o salário do funcionário e calcule o valor do aumento. Para salários superiores a R$1250,00, calcule um aumento de 10%. Para inferiores ou iguais, de 15%. </a:t>
            </a:r>
          </a:p>
        </p:txBody>
      </p:sp>
    </p:spTree>
    <p:extLst>
      <p:ext uri="{BB962C8B-B14F-4D97-AF65-F5344CB8AC3E}">
        <p14:creationId xmlns:p14="http://schemas.microsoft.com/office/powerpoint/2010/main" val="83185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- </a:t>
            </a:r>
            <a:r>
              <a:rPr lang="pt-BR" dirty="0" err="1"/>
              <a:t>if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3. Escreva um programa que pergunte o salário do funcionário e calcule o valor do aumento. Para salários superiores a R$1250,00, calcule um aumento de 10%. Para inferiores ou iguais, de 15%. 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salario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valor do salário R$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salario &gt;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1250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aumento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salario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1250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aumento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0.15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aumento de salário foi de R$ 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%aumento+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6968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- </a:t>
            </a:r>
            <a:r>
              <a:rPr lang="pt-BR" dirty="0" err="1"/>
              <a:t>if</a:t>
            </a:r>
            <a:r>
              <a:rPr lang="pt-BR" dirty="0"/>
              <a:t>..</a:t>
            </a:r>
            <a:r>
              <a:rPr lang="pt-BR" dirty="0" err="1"/>
              <a:t>else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Escreva um programa que pergunte a distância que um passageiro deseja percorrer em km. Calcule o preço da passagem, cobrando R$ 0,50 por km para viagens de até 200 km e R$ 0,45 para viagens mais longas.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distancia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a distância que pretende percorrer em km: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distancia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200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distancia*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0.5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distancia*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0.45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da passagem é R$ %.2f"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+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3521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- </a:t>
            </a:r>
            <a:r>
              <a:rPr lang="pt-BR" dirty="0" err="1"/>
              <a:t>if</a:t>
            </a:r>
            <a:r>
              <a:rPr lang="pt-BR" dirty="0"/>
              <a:t>..</a:t>
            </a:r>
            <a:r>
              <a:rPr lang="pt-BR" dirty="0" err="1"/>
              <a:t>elif</a:t>
            </a:r>
            <a:r>
              <a:rPr lang="pt-BR" dirty="0"/>
              <a:t>..</a:t>
            </a:r>
            <a:r>
              <a:rPr lang="pt-BR" dirty="0" err="1"/>
              <a:t>else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Escreva um programa que leia dois números e que pergunte qual operação você deseja realizar. Você deve poder calcular soma, subtração, multiplicação e divisão. Exiba o resultado da operação solicitada.</a:t>
            </a:r>
          </a:p>
          <a:p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n1 =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1º número: 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n2 =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2º número: 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operacao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a operação a realizar (+,-,* ou /): 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operacao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"+"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resultado = n1 + n2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operacao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"-"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resultado = n1 - n2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operacao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"*"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resultado = n1 * n2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operacao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"/"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resultado = n1 / n2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"Operação inválida!"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resultado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"Resultado: 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resultado)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AutoNum type="arabicPeriod"/>
            </a:pPr>
            <a:endParaRPr lang="pt-BR" sz="2400" dirty="0"/>
          </a:p>
          <a:p>
            <a:pPr marL="457200" indent="-457200">
              <a:buAutoNum type="arabicPeriod"/>
            </a:pPr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8181A0-EEE8-4B21-B02E-0C082BC04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58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- </a:t>
            </a:r>
            <a:r>
              <a:rPr lang="pt-BR" dirty="0" err="1"/>
              <a:t>if</a:t>
            </a:r>
            <a:r>
              <a:rPr lang="pt-BR" dirty="0"/>
              <a:t>..</a:t>
            </a:r>
            <a:r>
              <a:rPr lang="pt-BR" dirty="0" err="1"/>
              <a:t>else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2. Escreva um programa para aprovar o empréstimo bancário para compra de uma casa. O programa deve perguntar o valor da casa a comprar, o salário e a quantidade de anos a pagar. O valor da prestação mensal não pode ser superior a 30% do salário. Calcule o valor da prestação como sendo o valor da casa a comprar dividido pelo número de meses a pagar.</a:t>
            </a:r>
          </a:p>
          <a:p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valorCasa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"Valor da casa a comprar: R$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salario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"Salário: R$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anos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"Quantidade de anos pagar: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prestacao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valorCasa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/ (anos*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prestacao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&lt;= salario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0.3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da prestação será de R$ %.2f"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prestacao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"Infelizmente você não pode obter o empréstimo."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C79DD1-7220-4CB0-BF2D-D0C2E52BB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664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- </a:t>
            </a:r>
            <a:r>
              <a:rPr lang="pt-BR" dirty="0" err="1"/>
              <a:t>if</a:t>
            </a:r>
            <a:r>
              <a:rPr lang="pt-BR" dirty="0"/>
              <a:t> dentro de outro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3. Escreva um programa que calcule o preço a pagar pelo fornecimento de energia elétrica. Pergunte a quantidade de kWh consumida e o tipo de instalação: R para residências, I para indústrias e C para comércios. Calcule o preço a pagar de acordo com a tabela a seguir.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37C09FCE-7353-43E5-9E4E-E47149E6D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992165"/>
              </p:ext>
            </p:extLst>
          </p:nvPr>
        </p:nvGraphicFramePr>
        <p:xfrm>
          <a:off x="2087724" y="3591979"/>
          <a:ext cx="4968552" cy="289560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906421928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79414557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27487750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Preço por tipo e faixa de consumo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>
                    <a:solidFill>
                      <a:srgbClr val="EF0A4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14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FF00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FF00"/>
                          </a:solidFill>
                        </a:rPr>
                        <a:t>Faixa (kWh)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Preço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3998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sz="1600" b="0" dirty="0"/>
                        <a:t>Residencial</a:t>
                      </a:r>
                    </a:p>
                  </a:txBody>
                  <a:tcPr anchor="ctr" anchorCtr="1"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Até 500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R$ 0,40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8695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sz="1600" b="1" dirty="0"/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Acima de 500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R$ 0,65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012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sz="1600" b="0" dirty="0"/>
                        <a:t>Comercial</a:t>
                      </a:r>
                    </a:p>
                  </a:txBody>
                  <a:tcPr anchor="ctr" anchorCtr="1"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Até 1000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R$ 0,55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9227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sz="1600" b="1" dirty="0"/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Acima de 1000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R$ 0,60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55586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sz="1600" b="0" dirty="0"/>
                        <a:t>Industrial</a:t>
                      </a:r>
                    </a:p>
                  </a:txBody>
                  <a:tcPr anchor="ctr" anchorCtr="1"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Até 5000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R$ 0,55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629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sz="1600" b="1" dirty="0"/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Acima de 5000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R$ 0,60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175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56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 - </a:t>
            </a:r>
            <a:r>
              <a:rPr lang="pt-BR" dirty="0" err="1"/>
              <a:t>if</a:t>
            </a:r>
            <a:r>
              <a:rPr lang="pt-BR" dirty="0"/>
              <a:t> dentro de outro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consumo =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"Consumo em kWh: 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tipo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"Tipo da instalação (R, I ou C): 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tipo ==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"R"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consumo &lt;=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500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0.40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0.65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tipo ==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consumo &lt;=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5000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0.55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0.60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tipo ==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consumo &lt;=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1000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0.55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0.60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"Tipo de instalação desconhecido!"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custo = consumo *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preço a pagar pelo fornecimento de energia elétrica é de R$ %.2f"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%custo +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"."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9466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4. Faça um programa que leia 2 notas de um aluno, calcule a média e imprima aprovado ou reprovado (para ser aprovado a média deve ser no mínimo 6).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nota1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a 1ª nota: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nota2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a 2ª nota: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media = (nota1 + nota2) /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media &gt;=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"Aprovado!"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"Reprovado!"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1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5. Refaça o exercício 4, identificando o conceito aprovado (média superior ou igual a 6), exame (média maior ou igual a 4 e menor que 6) ou reprovado (média inferior a 4).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nota1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a 1ª nota: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nota2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a 2ª nota: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media = (nota1 + nota2) /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media &gt;=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"Aprovado"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media &gt;=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media &lt;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"Exame"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"Reprovado"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008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3001</TotalTime>
  <Words>1358</Words>
  <Application>Microsoft Office PowerPoint</Application>
  <PresentationFormat>Apresentação na tela (4:3)</PresentationFormat>
  <Paragraphs>57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JetBrains Mono</vt:lpstr>
      <vt:lpstr>Square721 BT</vt:lpstr>
      <vt:lpstr>Times New Roman</vt:lpstr>
      <vt:lpstr>2_Tema do Office</vt:lpstr>
      <vt:lpstr>6_Personalizar design</vt:lpstr>
      <vt:lpstr>1_Tema do Office</vt:lpstr>
      <vt:lpstr>Tema do Office</vt:lpstr>
      <vt:lpstr>Apresentação do PowerPoint</vt:lpstr>
      <vt:lpstr>Exercícios - if</vt:lpstr>
      <vt:lpstr>Exercícios - if</vt:lpstr>
      <vt:lpstr>Exercícios - if</vt:lpstr>
      <vt:lpstr>Exercício - if..else</vt:lpstr>
      <vt:lpstr>Exercícios - if..elif..else</vt:lpstr>
      <vt:lpstr>Exercícios - if..else</vt:lpstr>
      <vt:lpstr>Exercícios - if dentro de outro</vt:lpstr>
      <vt:lpstr>Exercícios - if dentro de outro</vt:lpstr>
      <vt:lpstr>Exercícios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 de Souza</cp:lastModifiedBy>
  <cp:revision>444</cp:revision>
  <cp:lastPrinted>2015-08-20T10:58:19Z</cp:lastPrinted>
  <dcterms:created xsi:type="dcterms:W3CDTF">2012-10-02T15:58:15Z</dcterms:created>
  <dcterms:modified xsi:type="dcterms:W3CDTF">2022-04-07T00:56:05Z</dcterms:modified>
</cp:coreProperties>
</file>